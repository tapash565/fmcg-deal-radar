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81B"/>
                </a:solidFill>
              </a:rPr>
              <a:t>FMCG Deal Radar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</a:rPr>
              <a:t>2026-04-18 → 2026-07-17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</a:rPr>
              <a:t>TL;DR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8181B"/>
                </a:solidFill>
              </a:rPr>
              <a:t>Varun Beverages acquires DFIL Kenya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8181B"/>
                </a:solidFill>
              </a:rPr>
              <a:t>Emami buys Vedix, SkinCraft parent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8181B"/>
                </a:solidFill>
              </a:rPr>
              <a:t>Naturis Cosmetics receives funding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Food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Anmasa receives funding from Fireside Ventures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  [Med]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Anmasa received funding worth ₹30 cr from Fireside Ventures. The deal is in the food category and is located in India. The deal was announced on 2026-07-15.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funding is notable for the food market in India.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Beverage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Varun Beverages acquires DFIL Kenya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  [High]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Varun Beverages' Kenya arm acquired DFIL Kenya in a deal worth $32 mn. The acquisition is in the beverage category and is located in Kenya. The deal was announced on 2026-07-07.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significant for the beverage market in Kenya. It may impact the competitive landscape in the region.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Personal care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Ananta Capital acquires Phitku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  [High]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Ananta Capital acquired Phitku in a deal with an undisclosed value. The acquisition is in the personal care category and is located in India. The deal was announced on 2026-07-01.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notable for the personal care market in India.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Emami acquires Vedix, SkinCraft parent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  [High]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Emami acquired Vedix, SkinCraft parent in a deal worth ₹321 cr. The acquisition is in the personal care category and is located in India. The deal was announced on 2026-05-07.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significant for the personal care market in India. It may impact Emami's market share and competitiveness.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Naturis Cosmetics receives funding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  [Med]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Naturis Cosmetics received funding worth ₹100 cr. The deal is in the personal care category and is located in India. The deal was announced on 2026-07-16.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funding is notable for the personal care market in India.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Naturis Cosmetics receives funding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  [Med]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Naturis Cosmetics received funding worth ₹100 cr. The deal is in the personal care category and is located in India. The deal was announced on 2026-07-16.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funding is notable for the personal care market in India.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Emami acquires Vedix, SkinKraft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  [High]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Emami acquired Vedix, SkinKraft in a deal worth ₹321 cr. The acquisition is in the personal care category and is located in India. The deal was announced on 2026-05-07.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significant for the personal care market in India. It may impact Emami's market share and competitiveness.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Kestra Advisory Services acquires stake in Colgate-Palmolive</a:t>
            </a:r>
            <a:pPr indent="0" marL="0">
              <a:buNone/>
            </a:pPr>
            <a:r>
              <a:rPr lang="en-US" sz="1100" b="1" dirty="0">
                <a:solidFill>
                  <a:srgbClr val="52525B"/>
                </a:solidFill>
              </a:rPr>
              <a:t>  [Low]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Kestra Advisory Services LLC acquired a stake in Colgate-Palmolive Company in a deal with an undisclosed value. The deal is in the personal care category and is global. The deal was announced on 2026-07-16.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notable for the personal care market globally.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Undisclosed acquires stake in Colgate-Palmolive</a:t>
            </a:r>
            <a:pPr indent="0" marL="0">
              <a:buNone/>
            </a:pPr>
            <a:r>
              <a:rPr lang="en-US" sz="1100" b="1" dirty="0">
                <a:solidFill>
                  <a:srgbClr val="52525B"/>
                </a:solidFill>
              </a:rPr>
              <a:t>  [Low]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An undisclosed acquirer acquired a stake in Colgate-Palmolive Company in a deal with an undisclosed value. The deal is in the personal care category and is global. The deal was announced on 2026-07-13.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notable for the personal care market globally.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Candriam S.C.A. acquires stake in Colgate-Palmolive</a:t>
            </a:r>
            <a:pPr indent="0" marL="0">
              <a:buNone/>
            </a:pPr>
            <a:r>
              <a:rPr lang="en-US" sz="1100" b="1" dirty="0">
                <a:solidFill>
                  <a:srgbClr val="52525B"/>
                </a:solidFill>
              </a:rPr>
              <a:t>  [Low]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Candriam S.C.A. acquired a stake in Colgate-Palmolive Company in a deal with an undisclosed value. The deal is in the personal care category and is global. The deal was announced on 2026-07-13.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notable for the personal care market globally.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Paradiem LLC invests in Colgate-Palmolive</a:t>
            </a:r>
            <a:pPr indent="0" marL="0">
              <a:buNone/>
            </a:pPr>
            <a:r>
              <a:rPr lang="en-US" sz="1100" b="1" dirty="0">
                <a:solidFill>
                  <a:srgbClr val="52525B"/>
                </a:solidFill>
              </a:rPr>
              <a:t>  [Low]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Paradiem LLC invested in Colgate-Palmolive Company in a deal with an undisclosed value. The deal is in the personal care category and is global. The deal was announced on 2026-07-13.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investment is notable for the personal care market globally. It may indicate growing interest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</a:rPr>
              <a:t>Home care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</a:rPr>
              <a:t>Kindred Home Care acquires Helping Hands Group</a:t>
            </a:r>
            <a:pPr indent="0" marL="0">
              <a:buNone/>
            </a:pPr>
            <a:r>
              <a:rPr lang="en-US" sz="1100" b="1" dirty="0">
                <a:solidFill>
                  <a:srgbClr val="52525B"/>
                </a:solidFill>
              </a:rPr>
              <a:t>  [Low]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</a:rPr>
              <a:t>Kindred Home Care acquired Helping Hands Group of Companies in a deal with an undisclosed value. The acquisition is in the home care category and is located in Canada. The deal was announced on 2026-07-07.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</a:rPr>
              <a:t>Why it matters: This acquisition is significant for the home care market in Canada. It may impact the competitive landscape in the region.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</a:rPr>
              <a:t>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Method: 431 articles ingested from 22 sources over the last 90 days, de-duplicated to 297 unique stories (embedding similarity + title match), filtered to 49 confirmed FMCG deals, ranked to the top 12. Confidence badges reflect source tier and how many independent outlets reported a deal — they measure corroboration, not truth, and are not fact-checking. Deal values are as reported; "Undisclosed" means terms were not made public.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Deal Radar</dc:title>
  <dc:subject>PptxGenJS Presentation</dc:subject>
  <dc:creator>FMCG Deal Radar</dc:creator>
  <cp:lastModifiedBy>FMCG Deal Radar</cp:lastModifiedBy>
  <cp:revision>1</cp:revision>
  <dcterms:created xsi:type="dcterms:W3CDTF">2026-07-17T15:00:27Z</dcterms:created>
  <dcterms:modified xsi:type="dcterms:W3CDTF">2026-07-17T15:00:27Z</dcterms:modified>
</cp:coreProperties>
</file>